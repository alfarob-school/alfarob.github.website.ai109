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Career Presentation: Social Work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Bridget Alfaro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Social work helps people handle difficult life situations</a:t>
            </a:r>
          </a:p>
          <a:p>
            <a:pPr lvl="0"/>
            <a:r>
              <a:rPr/>
              <a:t>Social workers support individuals, families, and communities</a:t>
            </a:r>
          </a:p>
          <a:p>
            <a:pPr lvl="0"/>
            <a:r>
              <a:rPr/>
              <a:t>I chose this career because it combines compassion, advocacy, and public impact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Career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Social workers help with poverty, trauma, mental health, housing, and family instability</a:t>
            </a:r>
          </a:p>
          <a:p>
            <a:pPr lvl="0"/>
            <a:r>
              <a:rPr/>
              <a:t>They work in schools, hospitals, government agencies, and community organizations</a:t>
            </a:r>
          </a:p>
          <a:p>
            <a:pPr lvl="0"/>
            <a:r>
              <a:rPr/>
              <a:t>Common tasks include case management, referrals, counseling, and documentation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Important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Communication and active listening</a:t>
            </a:r>
          </a:p>
          <a:p>
            <a:pPr lvl="0"/>
            <a:r>
              <a:rPr/>
              <a:t>Empathy and interpersonal trust</a:t>
            </a:r>
          </a:p>
          <a:p>
            <a:pPr lvl="0"/>
            <a:r>
              <a:rPr/>
              <a:t>Problem-solving and organization</a:t>
            </a:r>
          </a:p>
          <a:p>
            <a:pPr lvl="0"/>
            <a:r>
              <a:rPr/>
              <a:t>Ethical judgment and professionalism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AI May Disrupt Social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AI can speed up paperwork and routine administrative tasks</a:t>
            </a:r>
          </a:p>
          <a:p>
            <a:pPr lvl="0"/>
            <a:r>
              <a:rPr/>
              <a:t>It may be used for scheduling, summaries, screening, and case review</a:t>
            </a:r>
          </a:p>
          <a:p>
            <a:pPr lvl="0"/>
            <a:r>
              <a:rPr/>
              <a:t>Agencies may rely more on digital systems and data tools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Risks of AI in This Field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Biased data can lead to unfair decisions</a:t>
            </a:r>
          </a:p>
          <a:p>
            <a:pPr lvl="0"/>
            <a:r>
              <a:rPr/>
              <a:t>Privacy and confidentiality may be at risk</a:t>
            </a:r>
          </a:p>
          <a:p>
            <a:pPr lvl="0"/>
            <a:r>
              <a:rPr/>
              <a:t>Automated systems should not replace professional judgment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Benefits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Saves time on notes, reports, and repetitive tasks</a:t>
            </a:r>
          </a:p>
          <a:p>
            <a:pPr lvl="0"/>
            <a:r>
              <a:rPr/>
              <a:t>Helps organize information and compare resources faster</a:t>
            </a:r>
          </a:p>
          <a:p>
            <a:pPr lvl="0"/>
            <a:r>
              <a:rPr/>
              <a:t>Can support better planning and clearer communication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AI Cannot Replace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Building trust with clients</a:t>
            </a:r>
          </a:p>
          <a:p>
            <a:pPr lvl="0"/>
            <a:r>
              <a:rPr/>
              <a:t>Responding to crisis with compassion</a:t>
            </a:r>
          </a:p>
          <a:p>
            <a:pPr lvl="0"/>
            <a:r>
              <a:rPr/>
              <a:t>Understanding emotional and family dynamics</a:t>
            </a:r>
          </a:p>
          <a:p>
            <a:pPr lvl="0"/>
            <a:r>
              <a:rPr/>
              <a:t>Making ethical decisions in complex situations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Gaining an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Learn to use AI as a study and organization tool</a:t>
            </a:r>
          </a:p>
          <a:p>
            <a:pPr lvl="0"/>
            <a:r>
              <a:rPr/>
              <a:t>Use AI to improve writing, presentations, and research summaries</a:t>
            </a:r>
          </a:p>
          <a:p>
            <a:pPr lvl="0"/>
            <a:r>
              <a:rPr/>
              <a:t>Build AI literacy with a strong ethical mindset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My Action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Explore different social work specialties</a:t>
            </a:r>
          </a:p>
          <a:p>
            <a:pPr lvl="0"/>
            <a:r>
              <a:rPr/>
              <a:t>Practice using AI responsibly for schoolwork and research</a:t>
            </a:r>
          </a:p>
          <a:p>
            <a:pPr lvl="0"/>
            <a:r>
              <a:rPr/>
              <a:t>Create a portfolio with strong written and presentation pieces</a:t>
            </a:r>
          </a:p>
          <a:p>
            <a:pPr lvl="0"/>
            <a:r>
              <a:rPr/>
              <a:t>Get real experience through volunteering or community work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Social work is a deeply human career</a:t>
            </a:r>
          </a:p>
          <a:p>
            <a:pPr lvl="0"/>
            <a:r>
              <a:rPr/>
              <a:t>AI will likely support the field, not replace it</a:t>
            </a:r>
          </a:p>
          <a:p>
            <a:pPr lvl="0"/>
            <a:r>
              <a:rPr/>
              <a:t>Human empathy, ethics, and advocacy will remain essential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Career Presentation: Social Work</dc:title>
  <dc:creator>Bridget Alfaro</dc:creator>
  <cp:keywords/>
  <dcterms:created xsi:type="dcterms:W3CDTF">2026-04-22T21:00:54Z</dcterms:created>
  <dcterms:modified xsi:type="dcterms:W3CDTF">2026-04-22T21:00:54Z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